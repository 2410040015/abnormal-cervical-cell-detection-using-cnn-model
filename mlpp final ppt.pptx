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notesSlides/notesSlide6.xml" ContentType="application/vnd.openxmlformats-officedocument.presentationml.notesSlide+xml"/>
  <Override PartName="/ppt/ink/ink6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7.xml" ContentType="application/inkml+xml"/>
  <Override PartName="/ppt/notesSlides/notesSlide9.xml" ContentType="application/vnd.openxmlformats-officedocument.presentationml.notesSlide+xml"/>
  <Override PartName="/ppt/ink/ink8.xml" ContentType="application/inkml+xml"/>
  <Override PartName="/ppt/notesSlides/notesSlide10.xml" ContentType="application/vnd.openxmlformats-officedocument.presentationml.notesSlide+xml"/>
  <Override PartName="/ppt/ink/ink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 Semi Bold" panose="020B0604020202020204" charset="0"/>
      <p:regular r:id="rId13"/>
    </p:embeddedFont>
    <p:embeddedFont>
      <p:font typeface="Inter Medium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17B156-A560-4AEC-9CE0-152E357EF9E1}" v="2" dt="2026-04-11T10:26:46.3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ya prasad avr avr" userId="1250b6a2a52c88fc" providerId="LiveId" clId="{1946D514-D95B-4E13-9C17-834F379012FE}"/>
    <pc:docChg chg="modSld">
      <pc:chgData name="satya prasad avr avr" userId="1250b6a2a52c88fc" providerId="LiveId" clId="{1946D514-D95B-4E13-9C17-834F379012FE}" dt="2026-04-11T10:27:31.560" v="10" actId="9405"/>
      <pc:docMkLst>
        <pc:docMk/>
      </pc:docMkLst>
      <pc:sldChg chg="addSp mod">
        <pc:chgData name="satya prasad avr avr" userId="1250b6a2a52c88fc" providerId="LiveId" clId="{1946D514-D95B-4E13-9C17-834F379012FE}" dt="2026-04-11T10:26:15.369" v="0" actId="9405"/>
        <pc:sldMkLst>
          <pc:docMk/>
          <pc:sldMk cId="0" sldId="256"/>
        </pc:sldMkLst>
        <pc:inkChg chg="add">
          <ac:chgData name="satya prasad avr avr" userId="1250b6a2a52c88fc" providerId="LiveId" clId="{1946D514-D95B-4E13-9C17-834F379012FE}" dt="2026-04-11T10:26:15.369" v="0" actId="9405"/>
          <ac:inkMkLst>
            <pc:docMk/>
            <pc:sldMk cId="0" sldId="256"/>
            <ac:inkMk id="6" creationId="{86FB0913-E3BF-779D-D205-4EB54110BEC2}"/>
          </ac:inkMkLst>
        </pc:inkChg>
      </pc:sldChg>
      <pc:sldChg chg="addSp mod">
        <pc:chgData name="satya prasad avr avr" userId="1250b6a2a52c88fc" providerId="LiveId" clId="{1946D514-D95B-4E13-9C17-834F379012FE}" dt="2026-04-11T10:26:25.590" v="1" actId="9405"/>
        <pc:sldMkLst>
          <pc:docMk/>
          <pc:sldMk cId="0" sldId="258"/>
        </pc:sldMkLst>
        <pc:inkChg chg="add">
          <ac:chgData name="satya prasad avr avr" userId="1250b6a2a52c88fc" providerId="LiveId" clId="{1946D514-D95B-4E13-9C17-834F379012FE}" dt="2026-04-11T10:26:25.590" v="1" actId="9405"/>
          <ac:inkMkLst>
            <pc:docMk/>
            <pc:sldMk cId="0" sldId="258"/>
            <ac:inkMk id="10" creationId="{D9B16916-42D2-AE88-A6AB-89CB6163D068}"/>
          </ac:inkMkLst>
        </pc:inkChg>
      </pc:sldChg>
      <pc:sldChg chg="addSp mod">
        <pc:chgData name="satya prasad avr avr" userId="1250b6a2a52c88fc" providerId="LiveId" clId="{1946D514-D95B-4E13-9C17-834F379012FE}" dt="2026-04-11T10:26:34.292" v="2" actId="9405"/>
        <pc:sldMkLst>
          <pc:docMk/>
          <pc:sldMk cId="0" sldId="259"/>
        </pc:sldMkLst>
        <pc:inkChg chg="add">
          <ac:chgData name="satya prasad avr avr" userId="1250b6a2a52c88fc" providerId="LiveId" clId="{1946D514-D95B-4E13-9C17-834F379012FE}" dt="2026-04-11T10:26:34.292" v="2" actId="9405"/>
          <ac:inkMkLst>
            <pc:docMk/>
            <pc:sldMk cId="0" sldId="259"/>
            <ac:inkMk id="15" creationId="{C4B153CC-BD64-2B97-81B6-F957E758333A}"/>
          </ac:inkMkLst>
        </pc:inkChg>
      </pc:sldChg>
      <pc:sldChg chg="addSp delSp modSp mod">
        <pc:chgData name="satya prasad avr avr" userId="1250b6a2a52c88fc" providerId="LiveId" clId="{1946D514-D95B-4E13-9C17-834F379012FE}" dt="2026-04-11T10:26:50.226" v="6" actId="9405"/>
        <pc:sldMkLst>
          <pc:docMk/>
          <pc:sldMk cId="0" sldId="260"/>
        </pc:sldMkLst>
        <pc:inkChg chg="add del">
          <ac:chgData name="satya prasad avr avr" userId="1250b6a2a52c88fc" providerId="LiveId" clId="{1946D514-D95B-4E13-9C17-834F379012FE}" dt="2026-04-11T10:26:44.365" v="4"/>
          <ac:inkMkLst>
            <pc:docMk/>
            <pc:sldMk cId="0" sldId="260"/>
            <ac:inkMk id="6" creationId="{D061E552-2B9E-2044-666B-032D25B0EFA3}"/>
          </ac:inkMkLst>
        </pc:inkChg>
        <pc:inkChg chg="add mod">
          <ac:chgData name="satya prasad avr avr" userId="1250b6a2a52c88fc" providerId="LiveId" clId="{1946D514-D95B-4E13-9C17-834F379012FE}" dt="2026-04-11T10:26:46.363" v="5"/>
          <ac:inkMkLst>
            <pc:docMk/>
            <pc:sldMk cId="0" sldId="260"/>
            <ac:inkMk id="7" creationId="{FF0C8B5D-6758-A593-8F4B-923A8BCDB339}"/>
          </ac:inkMkLst>
        </pc:inkChg>
        <pc:inkChg chg="add">
          <ac:chgData name="satya prasad avr avr" userId="1250b6a2a52c88fc" providerId="LiveId" clId="{1946D514-D95B-4E13-9C17-834F379012FE}" dt="2026-04-11T10:26:50.226" v="6" actId="9405"/>
          <ac:inkMkLst>
            <pc:docMk/>
            <pc:sldMk cId="0" sldId="260"/>
            <ac:inkMk id="8" creationId="{2108C5BB-C27B-998F-7220-BCB3CA209520}"/>
          </ac:inkMkLst>
        </pc:inkChg>
      </pc:sldChg>
      <pc:sldChg chg="addSp mod">
        <pc:chgData name="satya prasad avr avr" userId="1250b6a2a52c88fc" providerId="LiveId" clId="{1946D514-D95B-4E13-9C17-834F379012FE}" dt="2026-04-11T10:27:03.431" v="7" actId="9405"/>
        <pc:sldMkLst>
          <pc:docMk/>
          <pc:sldMk cId="0" sldId="261"/>
        </pc:sldMkLst>
        <pc:inkChg chg="add">
          <ac:chgData name="satya prasad avr avr" userId="1250b6a2a52c88fc" providerId="LiveId" clId="{1946D514-D95B-4E13-9C17-834F379012FE}" dt="2026-04-11T10:27:03.431" v="7" actId="9405"/>
          <ac:inkMkLst>
            <pc:docMk/>
            <pc:sldMk cId="0" sldId="261"/>
            <ac:inkMk id="14" creationId="{B5420A96-EB1E-100F-E8A1-69535BD5ABCB}"/>
          </ac:inkMkLst>
        </pc:inkChg>
      </pc:sldChg>
      <pc:sldChg chg="addSp mod">
        <pc:chgData name="satya prasad avr avr" userId="1250b6a2a52c88fc" providerId="LiveId" clId="{1946D514-D95B-4E13-9C17-834F379012FE}" dt="2026-04-11T10:27:17.069" v="8" actId="9405"/>
        <pc:sldMkLst>
          <pc:docMk/>
          <pc:sldMk cId="0" sldId="263"/>
        </pc:sldMkLst>
        <pc:inkChg chg="add">
          <ac:chgData name="satya prasad avr avr" userId="1250b6a2a52c88fc" providerId="LiveId" clId="{1946D514-D95B-4E13-9C17-834F379012FE}" dt="2026-04-11T10:27:17.069" v="8" actId="9405"/>
          <ac:inkMkLst>
            <pc:docMk/>
            <pc:sldMk cId="0" sldId="263"/>
            <ac:inkMk id="8" creationId="{EC4709AE-7D07-7B18-8F2A-C9774D5ADFDE}"/>
          </ac:inkMkLst>
        </pc:inkChg>
      </pc:sldChg>
      <pc:sldChg chg="addSp mod">
        <pc:chgData name="satya prasad avr avr" userId="1250b6a2a52c88fc" providerId="LiveId" clId="{1946D514-D95B-4E13-9C17-834F379012FE}" dt="2026-04-11T10:27:25.660" v="9" actId="9405"/>
        <pc:sldMkLst>
          <pc:docMk/>
          <pc:sldMk cId="0" sldId="264"/>
        </pc:sldMkLst>
        <pc:inkChg chg="add">
          <ac:chgData name="satya prasad avr avr" userId="1250b6a2a52c88fc" providerId="LiveId" clId="{1946D514-D95B-4E13-9C17-834F379012FE}" dt="2026-04-11T10:27:25.660" v="9" actId="9405"/>
          <ac:inkMkLst>
            <pc:docMk/>
            <pc:sldMk cId="0" sldId="264"/>
            <ac:inkMk id="15" creationId="{2E2B2E76-3085-B399-01D1-C103124467C4}"/>
          </ac:inkMkLst>
        </pc:inkChg>
      </pc:sldChg>
      <pc:sldChg chg="addSp mod">
        <pc:chgData name="satya prasad avr avr" userId="1250b6a2a52c88fc" providerId="LiveId" clId="{1946D514-D95B-4E13-9C17-834F379012FE}" dt="2026-04-11T10:27:31.560" v="10" actId="9405"/>
        <pc:sldMkLst>
          <pc:docMk/>
          <pc:sldMk cId="0" sldId="265"/>
        </pc:sldMkLst>
        <pc:inkChg chg="add">
          <ac:chgData name="satya prasad avr avr" userId="1250b6a2a52c88fc" providerId="LiveId" clId="{1946D514-D95B-4E13-9C17-834F379012FE}" dt="2026-04-11T10:27:31.560" v="10" actId="9405"/>
          <ac:inkMkLst>
            <pc:docMk/>
            <pc:sldMk cId="0" sldId="265"/>
            <ac:inkMk id="17" creationId="{B1FF6EEC-8A94-D90B-575F-EA678CBCD4AA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0:26:15.3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207 237 24575,'1509'61'-1317,"-1312"-44"1365,201 7 1196,-349-24-1225,7 0-17,-1-2 0,70-11 0,-64 4-2,107 0 0,-45 4 0,-98 2 0,35-9 0,-37 7 0,0 1 0,24-2 0,45 5 0,-42 1 0,96-13 0,61-29 0,-172 36 0,1 2 0,0 2 0,39 2 0,40-2 0,-105 1 0,-1-1 0,0-1 0,0 0 0,0 0 0,0 0 0,16-10 0,-15 8 0,1 0 0,0 0 0,22-6 0,8 5 0,-1 3 0,55 0 0,-39 3 0,-568 28-149,-387-19-665,438-42 1542,370 20-650,1-3 1,-128-42-1,173 45-78,0 1 0,-1 3 0,-1 1 0,1 3 0,-1 1 0,-48 4 0,-652 3 0,514-3 0,190 2 0,0 2 0,-67 16 0,96-17 0,0 1 0,1 1 0,0 0 0,0 1 0,-12 8 0,-62 42 0,14-8 0,40-29 0,8-6 0,1 1 0,-42 33 0,58-39 0,2-1 0,-1 1 0,1 0 0,0 1 0,0-1 0,1 1 0,1 0 0,-1 1 0,1-1 0,1 1 0,0 0 0,0 0 0,1 0 0,-1 11 0,-1 17 0,3 0 0,3 56 0,0-38 0,-2-42 0,8 112 0,-6-113 0,0 1 0,2 0 0,-1-1 0,2 0 0,0 0 0,0 0 0,8 12 0,-11-21 0,1-1 0,0 1 0,0 0 0,1-1 0,-1 0 0,1 0 0,-1 0 0,1 0 0,0 0 0,0-1 0,0 0 0,1 0 0,-1 0 0,1 0 0,-1-1 0,1 1 0,-1-1 0,7 1 0,9 0 0,0-1 0,1 0 0,20-3 0,-14 1 0,716-4 0,-496 6 0,-219-3 0,-1-1 0,49-11 0,-9 1 0,9 0 0,294-36 0,-355 48 0,486-43 0,-350 17 0,-76 13 0,117-8 0,-168 21 0,15 0 0,1-1 0,-1-2 0,64-15 0,219-59 0,-307 75 0,46-8 0,-1 2 0,74-1 0,126 12 0,-93 0 0,163-2 0,-322 0 0,1 0 0,-1 0 0,1-1 0,-1-1 0,0 1 0,1-1 0,7-4 0,-12 5 0,-1-1 0,0 0 0,1 0 0,-1 0 0,0 0 0,0 0 0,0-1 0,0 0 0,-1 1 0,1-1 0,-1 0 0,1 0 0,-1 0 0,0-1 0,-1 1 0,1 0 0,2-8 0,-1 0 0,0 0 0,-1 0 0,-1 0 0,0 0 0,0 0 0,-1 0 0,-1 0 0,1 0 0,-2-1 0,0 1 0,0 1 0,-1-1 0,0 0 0,-7-15 0,6 19 0,0 1 0,0-1 0,0 1 0,-1 0 0,0 0 0,0 1 0,0-1 0,-1 1 0,0 0 0,0 0 0,0 1 0,-12-6 0,6 3 0,-2 0 0,1 2 0,-1-1 0,0 2 0,-24-6 0,-11 5 0,0 1 0,-93 6 0,46 1 0,79-4 0,0 2 0,1 0 0,-1 0 0,1 2 0,-1 0 0,-25 9 0,-380 128 0,252-87 0,-135 31 0,241-71 0,0-3 0,-83 3 0,-133-12 0,154-2 0,87-2 0,-1-1 0,1-3 0,0-1 0,-64-22 0,-21-4 0,-7 2 0,-127-26 0,195 48 0,0 2 0,-76 1 0,112 6 0,1 2 0,-1 0 0,1 2 0,0 1 0,0 1 0,-49 15 0,49-10 0,0-2 0,-1-1 0,-45 5 0,-54 17 0,84-18 0,-57 8 0,-14-11 0,-129-8 0,99-2 0,130 2 0,-22 2 0,34-2 0,1 0 0,0 0 0,0 0 0,0 0 0,0 0 0,0 0 0,0 0 0,0 0 0,0 1 0,-1-1 0,1 0 0,0 0 0,0 0 0,0 0 0,0 0 0,0 0 0,0 1 0,0-1 0,0 0 0,0 0 0,0 0 0,0 0 0,0 0 0,0 1 0,0-1 0,0 0 0,0 0 0,0 0 0,0 0 0,0 0 0,0 1 0,0-1 0,0 0 0,0 0 0,0 0 0,0 0 0,0 0 0,0 0 0,1 1 0,-1-1 0,0 0 0,0 0 0,0 0 0,0 0 0,0 0 0,0 0 0,0 0 0,1 0 0,-1 0 0,0 1 0,0-1 0,0 0 0,0 0 0,0 0 0,1 0 0,21 12 0,60 22 0,2-4 0,1-3 0,1-5 0,136 19 0,-73-17 0,-66-9 0,0-3 0,110 0 0,201-14-1365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0:26:25.5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105 299 24575,'967'-7'-1240,"-10"-40"58,-512-14 2201,-390 53-704,0 2 1,100 1-1,111 25 142,357-5-457,-401-17 0,-181 2 0,88 3 0,-111-1 0,0 0 0,-1 2 0,1 0 0,-1 0 0,20 10 0,36 13 0,-54-21 0,-1 0 0,0 1 0,0 1 0,0 1 0,-1 1 0,-1 0 0,27 21 0,-28-17 0,0 1 0,20 26 0,-30-35 0,-1 1 0,0 0 0,0-1 0,-1 2 0,0-1 0,0 0 0,-1 1 0,0-1 0,0 1 0,1 8 0,-1-1 0,-1-1 0,-1 0 0,0 1 0,-1-1 0,-3 19 0,3-27 0,-1 1 0,0-1 0,0 1 0,-1-1 0,0 0 0,0 0 0,0 0 0,-1-1 0,0 1 0,0-1 0,-1 1 0,1-2 0,-8 7 0,1-2 0,-1-1 0,0 0 0,0-1 0,-1 0 0,0-1 0,0 0 0,0-2 0,-1 1 0,-28 4 0,13-4 0,0-2 0,-1-1 0,-54-4 0,67 0 0,-1-1 0,0 0 0,1-1 0,-24-9 0,-63-33 0,80 34 0,0 0 0,-1 2 0,-1 1 0,1 0 0,-2 2 0,-37-5 0,-195 12 0,121 3 0,-422-3 0,529 2 0,0 2 0,0 1 0,-57 17 0,7-3 0,-214 30 0,129-20 0,-42 4 0,-284-25 0,293-10 0,151-1 0,-67-10 0,-5-2 0,-328 10 0,253 7 0,190-2 0,0 0 0,1 0 0,-1 0 0,0 0 0,0-1 0,0 0 0,0 0 0,0 0 0,1 0 0,-1-1 0,1 0 0,-1 0 0,1 0 0,-1-1 0,1 1 0,0-1 0,0 0 0,1 0 0,-1-1 0,-6-6 0,2-1 0,0 0 0,1 0 0,0-1 0,1 0 0,0-1 0,1 1 0,1-1 0,-1 0 0,2 0 0,0-1 0,-2-25 0,4 19 0,1-1 0,0 0 0,2 0 0,0 1 0,1-1 0,2 1 0,7-24 0,-9 37 0,0 0 0,1 0 0,-1 0 0,2 0 0,-1 1 0,1 0 0,0 0 0,0 0 0,0 0 0,1 1 0,0 0 0,0 0 0,1 0 0,-1 1 0,1 0 0,0 0 0,0 1 0,0 0 0,9-3 0,4 0 0,1 0 0,0 2 0,0 0 0,0 1 0,39 0 0,-28 3 0,-4-1 0,32 4 0,-51-2 0,-1 0 0,0 1 0,1 0 0,-1 0 0,0 1 0,0 0 0,0 1 0,8 4 0,10 11 0,-1 1 0,-1 1 0,-1 1 0,36 44 0,17 17 0,-70-77 0,0-2 0,1 1 0,-1-1 0,1 1 0,-1-2 0,1 1 0,0-1 0,1 0 0,-1-1 0,1 1 0,10 1 0,-2-2 0,0 0 0,0-1 0,1-1 0,24-3 0,-34 2 0,1 0 0,-1-1 0,0 0 0,0 0 0,0-1 0,0 0 0,-1 0 0,1 0 0,11-9 0,1-3 0,30-30 0,-31 27 0,24-18 0,-16 18 0,0 1 0,2 1 0,0 1 0,1 2 0,60-20 0,-65 27 0,0 2 0,0 0 0,39-1 0,77 8 0,-45 0 0,-20-4 0,95-11 0,-61 0 0,147 3 0,108 30 0,-95-6 0,-177 0 0,-62-9 0,42 4 0,265-7 0,-173-5 0,-139 2 0,6-1 0,-1 2 0,1 1 0,34 6 0,-56-6 0,-1 0 0,1 1 0,-1 0 0,0 0 0,1 1 0,-1 0 0,-1 0 0,1 1 0,-1 0 0,0 0 0,0 1 0,0-1 0,-1 2 0,1-1 0,6 11 0,-8-9 0,-1 0 0,-1-1 0,1 1 0,-1 1 0,-1-1 0,1 0 0,-2 1 0,1-1 0,-1 1 0,0 11 0,0 6 0,-2 1 0,-4 26 0,5-50 0,0-1 0,0 0 0,0 1 0,-1-1 0,1 1 0,-1-1 0,0 0 0,0 1 0,0-1 0,0 0 0,0 0 0,0 0 0,0 0 0,-1 0 0,1 0 0,-1 0 0,0 0 0,1 0 0,-1-1 0,0 1 0,0-1 0,0 0 0,0 1 0,-4 1 0,0-2 0,1 0 0,-1 0 0,0 0 0,0-1 0,0 1 0,0-1 0,0-1 0,1 1 0,-8-3 0,4 2 0,-113-13 0,103 13 0,0 1 0,0 1 0,0 1 0,-28 6 0,-176 63 0,131-38 0,-68 30 0,-18 6 0,80-36 0,7-2 0,-125 26 0,198-53 0,1 1 0,-1 1 0,-19 9 0,-18 7 0,-17-3 0,43-12 0,1 1 0,-28 12 0,35-10 0,-9 3 0,-55 18 0,4-8 0,42-10 0,-1-2 0,0-2 0,-1-1 0,-54 2 0,74-9 0,9 0 0,0 0 0,0-2 0,1 1 0,-14-3 0,22 2 0,0 0 0,0 1 0,0-1 0,0-1 0,0 1 0,1 0 0,-1-1 0,0 1 0,1-1 0,-1 0 0,1 0 0,0 0 0,-1 0 0,1 0 0,0 0 0,0-1 0,0 1 0,1-1 0,-1 1 0,-2-6 0,0-5 0,-1 0 0,2-1 0,0 1 0,0-1 0,2 0 0,0 0 0,0-20 0,13-99 0,-5 84 0,3 0 0,27-79 0,51-86 0,-81 200 0,1 0 0,0 1 0,1 0 0,0 0 0,1 1 0,1 0 0,0 1 0,0 0 0,1 1 0,1 0 0,0 1 0,0 0 0,23-11 0,-25 16 0,0-1 0,1 1 0,-1 1 0,1 0 0,0 1 0,20-2 0,-34 6 0,0-1 0,0 1 0,0-1 0,0 1 0,0 0 0,0 0 0,1 0 0,-3 3 0,4-4 0,-1-1 0,1 1 0,-1 0 0,1 0 0,0 0 0,-1 0 0,1 0 0,0 0 0,0 0 0,0 0 0,0 0 0,0 0 0,0-1 0,0 1 0,0 0 0,0 0 0,0 0 0,0 0 0,0 0 0,1 0 0,-1 0 0,0 0 0,1 0 0,-1 0 0,1-1 0,-1 1 0,1 0 0,-1 0 0,1 0 0,0-1 0,-1 1 0,1 0 0,0-1 0,0 1 0,-1-1 0,1 1 0,0-1 0,0 1 0,0-1 0,0 1 0,0-1 0,0 0 0,1 1 0,7 3 0,1-1 0,-1 0 0,1 0 0,0-1 0,0 0 0,17 0 0,67-2 0,-59-1 0,-13 1 0,31 0 0,-50 0 0,0 0 0,0 1 0,0 0 0,0-1 0,0 1 0,0 0 0,0 0 0,0 1 0,0-1 0,0 1 0,-1-1 0,1 1 0,3 3 0,-5-4 0,0-1 0,-1 1 0,1 0 0,0 0 0,-1-1 0,1 1 0,0 0 0,-1 0 0,1 0 0,-1 0 0,1 0 0,-1 0 0,0 0 0,1 0 0,-1 0 0,0 0 0,0 0 0,1 0 0,-1 0 0,0 0 0,0 0 0,0 0 0,0 1 0,-1-1 0,1 0 0,0 0 0,0 0 0,-1 0 0,1 0 0,-1 0 0,1 0 0,0 0 0,-1 0 0,0-1 0,1 1 0,-1 0 0,0 0 0,1 0 0,-1 0 0,0-1 0,0 1 0,0 0 0,-1 0 0,-4 3 0,0 0 0,0 0 0,-1-1 0,1 0 0,-9 2 0,-48 17 0,-111 23 0,130-37 0,0-2 0,-1-2 0,-68-2 0,65-7 0,0-2 0,-59-17 0,64 13 0,0 2 0,-1 1 0,-46 0 0,-309 9 0,389-1 0,0 0 0,-19-4 0,28 3 0,0 1 0,-1 0 0,1 0 0,0-1 0,0 1 0,0-1 0,-1 1 0,1-1 0,0 0 0,0 1 0,0-1 0,0 0 0,0 0 0,0 0 0,0-1 0,0 2 0,1-1 0,0 0 0,0 1 0,0-1 0,0 0 0,0 1 0,0-1 0,0 0 0,0 0 0,0 1 0,1-1 0,-1 0 0,0 1 0,0-1 0,1 0 0,-1 1 0,0-1 0,1 1 0,-1-1 0,1 0 0,-1 1 0,0-1 0,1 1 0,-1-1 0,1 1 0,0-1 0,-1 1 0,1 0 0,-1-1 0,2 1 0,14-12 0,1 1 0,0 1 0,1 1 0,0 0 0,28-8 0,-23 8 0,668-304 0,-688 311 0,1 0 0,-1 0 0,0 0 0,0 0 0,0-1 0,0 1 0,0-1 0,3-4 0,-5 7 0,-1 0 0,0 0 0,0-1 0,0 1 0,1 0 0,-1-1 0,0 1 0,0 0 0,0-1 0,0 1 0,0 0 0,0-1 0,0 1 0,1-1 0,-1 1 0,0 0 0,0-1 0,0 1 0,-1 0 0,1-1 0,0 1 0,0 0 0,0-1 0,0 1 0,0-1 0,0 1 0,0 0 0,-1-1 0,1 1 0,0 0 0,-1-1 0,0 0 0,0 0 0,-1 1 0,1-1 0,0 1 0,-1-1 0,1 1 0,-1-1 0,1 1 0,-1 0 0,1-1 0,-1 1 0,1 0 0,-2 0 0,-12 1 0,0 0 0,0 1 0,0 1 0,0 0 0,-15 6 0,-8 0 0,-42 7 0,-121 8 0,147-17 0,-89 24 0,34-6 0,42-12 0,0-3 0,-102 4 0,136-14-1365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0:26:34.2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440 169 24575,'-111'0'0,"789"0"0,-569 6 0,161 28 0,-235-29 0,84 20 0,-79-15 0,1-1 0,68 4 0,130 2 0,52 2 0,550-16 0,-396-3 0,-386 2 0,95-13 0,-45 1 0,197 4 0,-228 9 0,-64-2 0,-1-1 0,1 0 0,0 0 0,14-6 0,17-3 0,-45 11 0,0 0 0,1 0 0,-1 0 0,0 0 0,0 0 0,0 0 0,0 0 0,0 0 0,0 0 0,0-1 0,1 1 0,-1 0 0,0 0 0,0 0 0,0 0 0,0 0 0,0 0 0,0 0 0,0 0 0,1 0 0,-1 0 0,0 0 0,0 0 0,0 0 0,0 0 0,0 0 0,0 0 0,1 0 0,-1 0 0,0 1 0,0-1 0,0 0 0,0 0 0,0 0 0,0 0 0,0 0 0,1 0 0,-1 0 0,0 0 0,0 0 0,0 0 0,0 1 0,0-1 0,0 0 0,0 0 0,0 0 0,0 0 0,0 0 0,0 0 0,0 0 0,0 1 0,0-1 0,0 0 0,0 0 0,0 0 0,0 0 0,0 0 0,0 0 0,0 1 0,0-1 0,-7 9 0,-16 10 0,23-19 0,-57 45 0,-1-4 0,-81 44 0,118-75 0,-1-1 0,0-1 0,0-1 0,0-1 0,-1-1 0,-35 3 0,-140-3 0,165-5 0,23-1 0,-1 0 0,1 0 0,0 0 0,-1-2 0,1 1 0,0-1 0,1 0 0,-1-1 0,0-1 0,-9-5 0,5 3 0,0 2 0,0-1 0,-1 2 0,1 0 0,-1 0 0,0 2 0,-19-2 0,-110 4 0,76 2 0,-1574 0 0,843-3 0,165 1 0,625-1 0,0 2 0,1-1 0,-1 1 0,0 1 0,1-1 0,-16 6 0,20-5 0,1 0 0,-1-1 0,1 1 0,0 0 0,-1 1 0,1-1 0,1 1 0,-1-1 0,0 1 0,0 0 0,1 0 0,0 0 0,-1 0 0,1 0 0,1 1 0,-1-1 0,-2 8 0,1-5 0,1 1 0,1-1 0,-1 1 0,1 0 0,0 0 0,0 13 0,1-18 0,1 1 0,-1 0 0,0 0 0,1 0 0,0 0 0,0-1 0,0 1 0,0 0 0,0-1 0,0 1 0,0-1 0,1 1 0,0-1 0,-1 1 0,1-1 0,0 0 0,0 0 0,4 4 0,5 1 0,0 0 0,1-1 0,0 0 0,25 8 0,54 10 0,-69-19 0,16 4 0,1-3 0,67 3 0,81-11 0,-72 0 0,1016 2 0,-1102 1 0,-1 2 0,39 9 0,27 2 0,290-8 0,-219-8 0,1449 2 0,-1605 0 0,0 0 0,0-1 0,0 0 0,0 0 0,-1-1 0,18-6 0,-23 7 0,1-1 0,-1 1 0,0-1 0,0 0 0,0 0 0,0 0 0,0-1 0,-1 1 0,1-1 0,-1 1 0,1-1 0,-1 0 0,0 0 0,0 0 0,0 0 0,-1 0 0,1-1 0,-1 1 0,0 0 0,2-5 0,0-15 0,0 1 0,-1 0 0,-2-1 0,0 1 0,-1-1 0,-1 1 0,-1-1 0,-1 1 0,-14-40 0,12 46 0,0 1 0,-2 0 0,0 0 0,-14-18 0,7 9 0,7 13 0,-1 1 0,0 0 0,0 1 0,-1 0 0,0 1 0,-13-9 0,-22-19 0,28 23 0,0 0 0,-1 1 0,-1 0 0,0 2 0,-1 0 0,0 1 0,-22-6 0,-73-11 0,37 11 0,17 2 0,-1 2 0,-1 3 0,-117 1 0,-943 10 0,619-4 0,453 3 0,-68 12 0,-17 1 0,126-15-114,0 1 1,0 0-1,-1 1 0,1 0 0,1 1 1,-1-1-1,0 2 0,1 0 0,-1 0 1,1 0-1,-15 11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0:26:44.3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24554,'0'846'0,"3894"-846"0,-3894-846 0,-3894 846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0:26:50.22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944 206 24575,'189'8'0,"199"35"0,80 5 0,-396-45 0,56 2 0,154 26 0,-183-17 0,137 4 0,104-19 0,-130-1 0,-86 4 0,142-5 0,-211-3 0,52-13 0,-91 14 0,0 0 0,-1 0 0,0-2 0,0 0 0,0-1 0,17-12 0,38-19 0,-48 28 0,-1 0 0,1-1 0,-2-1 0,0-1 0,0-1 0,-2-1 0,25-25 0,-41 38 0,0 1 0,0 0 0,0-1 0,-1 0 0,1 1 0,-1-1 0,1 0 0,-1 0 0,0 0 0,0 0 0,0 0 0,-1 0 0,1 0 0,-1 0 0,1 0 0,-1-1 0,0-4 0,-1 5 0,0 1 0,0 0 0,1 0 0,-1-1 0,-1 1 0,1 0 0,0 0 0,0 0 0,-1 0 0,1 0 0,-1 0 0,0 0 0,0 1 0,1-1 0,-1 1 0,0-1 0,0 1 0,-1 0 0,1-1 0,0 1 0,0 0 0,0 0 0,-1 1 0,-2-2 0,-14-3 0,0 1 0,-1 0 0,1 2 0,-1 0 0,0 1 0,-21 2 0,-123 17 0,132-13 0,-36 8 0,2 3 0,-85 33 0,45-14 0,69-25 0,0-2 0,0-1 0,-60 3 0,-112-8 0,159-3 0,9-2 0,-58-11 0,-25-2 0,-240 14 0,188 4 0,83 3 0,-177 32 0,171-20 0,14-2 0,27-4 0,-118 6 0,-224-19 0,364 2 0,0-2 0,0-2 0,0-1 0,1-2 0,-61-19 0,72 19 0,1 1 0,-1 1 0,0 1 0,-37-2 0,-99 7 0,66 2 0,43-3 0,15-1 0,1 1 0,-1 2 0,-56 10 0,74-7 0,9-4 0,-1 1 0,0 1 0,1 0 0,-1 1 0,-11 5 0,18-7 0,0 0 0,0 1 0,0-1 0,0 0 0,1 1 0,0 0 0,-1-1 0,1 1 0,0 0 0,0 0 0,0 0 0,1 1 0,-1-1 0,1 0 0,0 1 0,0-1 0,0 0 0,-1 8 0,-1 7 0,1 0 0,1 0 0,3 35 0,-1-43 0,0-1 0,1 1 0,0-1 0,0 0 0,1 1 0,1-1 0,-1-1 0,1 1 0,6 9 0,1-1 0,-2-3 0,1-1 0,15 18 0,-21-27 0,0 0 0,1 0 0,0 0 0,0-1 0,0 1 0,0-1 0,1 0 0,-1-1 0,12 5 0,5-2 0,0 0 0,0-1 0,0-1 0,23-1 0,94-5 0,-48 0 0,-58 3-1365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0:27:03.4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1 783 24575,'69'-73'0,"3"2"0,112-84 0,-56 66 0,261-139 0,-289 179 0,125-67 0,-268 146 0,-40 36 0,-57 41 0,-66 31 0,61-41 0,39-24 0,-63 39 0,157-106 0,-3 2 0,15-7 0,10-2 0,7-3 0,240-54 0,-172 34 0,84-34 0,426-235 0,-286 131 0,-302 159 0,0-1 0,0 0 0,-1 0 0,1 0 0,-1-1 0,0 0 0,6-6 0,-44 30 0,-477 286 0,393-238 0,-213 106 0,114-63 0,107-57 0,96-47 0,-1-1 0,1 0 0,-1-1 0,1-1 0,-22 4 0,70-9 0,36-7 0,420-93-791,-9-32 0,-40-4 791,-10-30 0,-305 104 0,-102 47 0,-26 17 0,0 0 0,0 0 0,0 0 0,0 0 0,0 0 0,0 0 0,-1 0 0,1 0 0,0 0 0,0 0 0,0 0 0,0 0 0,0-1 0,0 1 0,0 0 0,0 0 0,-1 0 0,1 0 0,0 0 0,0 0 0,0 0 0,0 0 0,0 0 0,0-1 0,0 1 0,0 0 0,0 0 0,0 0 0,0 0 0,0 0 0,0 0 0,0-1 0,0 1 0,0 0 0,0 0 0,0 0 0,0 0 0,0 0 0,0 0 0,0-1 0,0 1 0,0 0 0,0 0 0,0 0 0,0 0 0,0 0 0,0 0 0,0 0 0,-10 2 126,-1 1-1,1 0 1,0 1-1,-16 8 1,8-3 165,-532 221-405,287-123-799,-238 108 761,19 34 139,164-46-102,316-202 114,1 1 0,-1-1 0,0 0 0,1 0 0,-1 1 0,1-1 0,0 0 0,0 1 0,-1 0 0,1-1 0,-1 3 0,2-3 6,0-1 0,0 1 0,0-1 0,0 0 0,0 1 0,0-1 0,0 0 0,0 1 0,0-1 0,0 1 0,0-1 0,0 0 0,0 1 0,0-1 0,0 0 0,1 1 0,-1-1 0,0 1 0,0-1 0,1 0 0,-1 0 0,0 1 0,0-1 0,1 0 0,-1 1 0,0-1 0,0 0 0,1 0 0,-1 0 0,0 1 0,1-1 0,-1 0 0,1 0 0,5 2 129,0 0-1,0-1 0,0 0 1,1 0-1,10-1 0,101 0 155,-1-5-1,188-33 1,226-79-1927,-193 22 77,547-233 1,-634 207 4182,-246 118-2430,0-1 0,0 0 0,0 0-1,0 0 1,-1 0 0,0-1 0,0 0 0,0 0 0,-1 0 0,1 0-1,3-10 1,-6 14-191,-1 1 0,0 0 0,0-1 0,1 1 0,-1 0 0,0-1 0,0 1 0,0-1 0,0 1 0,1-1 0,-1 1 0,0 0 0,0-1 0,0 1 0,0-1 0,0 1 0,0-1 0,0 1 0,0 0 0,-1-1 0,1 1 0,0-1 0,0 1 0,0 0 0,0-1 0,0 1 0,-1-1 0,1 1 0,0 0 0,0-1 0,-1 1 0,1 0 0,0-1 0,-1 1 0,1 0 0,0-1 0,-1 1 0,1 0 0,0 0 0,-1 0 0,1-1 0,-1 1 0,1 0 0,0 0 0,-1 0 0,1 0 0,-1 0 0,1-1 0,0 1 0,-1 0 0,1 0 0,-1 0 0,1 0 0,-1 1 0,1-1 0,0 0 0,-1 0 0,1 0 0,-1 0 0,1 0 0,-1 0 0,1 1 0,-34 9 0,31-9 0,-213 94 0,82-34 0,-131 74 0,11 18 0,222-133 0,-224 126 0,246-141 0,4-3 0,-1 1 0,1 1 0,-1-1 0,1 1 0,0 0 0,-7 7 0,13-11 0,0 0 0,-1 0 0,1 0 0,0 0 0,0 1 0,0-1 0,-1 0 0,1 0 0,0 0 0,0 1 0,0-1 0,0 0 0,0 0 0,-1 1 0,1-1 0,0 0 0,0 0 0,0 1 0,0-1 0,0 0 0,0 0 0,0 1 0,0-1 0,0 0 0,0 1 0,0-1 0,0 0 0,0 0 0,0 1 0,0-1 0,0 0 0,0 0 0,0 1 0,1-1 0,-1 0 0,0 0 0,0 1 0,0-1 0,0 0 0,0 0 0,1 0 0,-1 1 0,0-1 0,0 0 0,0 0 0,1 0 0,-1 1 0,0-1 0,0 0 0,1 0 0,-1 0 0,19 5 0,-15-4 0,64 8-58,-1-2 0,1-4 0,0-2 0,1-3 0,125-21 1,-21-12-117,177-60 0,-101 7 174,-195 64 0,-1-1 0,74-49 0,-107 61 139,-1-1 0,-1 0 0,0-1 0,24-28 0,-41 43-139,-1-1 0,1 1 0,-1-1 0,1 0 0,-1 1 0,0-1 0,1 0 0,-1 1 0,0-1 0,1 0 0,-1 0 0,0 1 0,0-1 0,0 0 0,1 0 0,-1 1 0,0-3 0,-1 3 0,1 0 0,0-1 0,0 1 0,0-1 0,-1 1 0,1 0 0,0-1 0,0 1 0,-1-1 0,1 1 0,0 0 0,-1 0 0,1-1 0,-1 1 0,1 0 0,0 0 0,-1-1 0,1 1 0,-1 0 0,1 0 0,-1-1 0,-3 1 0,1-1 0,-1 1 0,1 0 0,0-1 0,-1 1 0,-4 1 0,-65 11 0,0 3 0,-118 40 0,65-16 0,-155 49 0,223-67 0,2 3 0,-94 55 0,68-25 0,80-53 0,0 0 0,1 0 0,-1 0 0,0 0 0,1 1 0,-1-1 0,0 1 0,1-1 0,0 1 0,-1-1 0,1 1 0,0 0 0,0 0 0,-2 3 0,3-5 0,0 1 0,0-1 0,0 1 0,0-1 0,0 1 0,0 0 0,0-1 0,0 1 0,0-1 0,1 1 0,-1-1 0,0 1 0,0-1 0,0 1 0,1-1 0,-1 1 0,0-1 0,1 1 0,-1-1 0,0 1 0,1-1 0,18 12 0,-2-7 0,0 0 0,1-1 0,-1 0 0,21 1 0,76 0 0,-75-4 0,347-9 0,-302-1 0,0-3 0,129-36 0,-140 28 0,128-19 0,-190 38 0,-1-2 0,0 1 0,1-2 0,-1 1 0,0-1 0,10-6 0,55-36 0,-37 21 0,-29 18 0,0 0 0,-1 0 0,1-1 0,-2 0 0,1-1 0,-1 0 0,9-14 0,4-4 0,-7 5 0,-9 9 0,-4 13 0,0 0 0,0 0 0,0 0 0,0-1 0,0 1 0,0 0 0,0 0 0,0-1 0,0 1 0,0 0 0,0 0 0,0-1 0,0 1 0,0 0 0,0 0 0,0 0 0,0-1 0,-1 1 0,1 0 0,0 0 0,0 0 0,0-1 0,0 1 0,-1 0 0,1 0 0,0 0 0,0 0 0,0 0 0,-1-1 0,1 1 0,0 0 0,0 0 0,-1 0 0,1 0 0,0 0 0,-1 0 0,0 0 0,-1 1 0,0-1 0,0 1 0,1 0 0,-1 0 0,1-1 0,-1 1 0,1 0 0,-1 0 0,1 0 0,-1 1 0,1-1 0,0 0 0,0 0 0,-1 1 0,-1 2 0,-3 4 0,-40 43 0,-39 58 0,-7 7 0,35-54 0,-17 21 0,71-79 0,-1 1 0,1 0 0,0 0 0,1 1 0,-1-1 0,1 0 0,0 1 0,0 0 0,-1 7 0,3-11 0,0 0 0,-1 1 0,1-1 0,0 0 0,0 0 0,0 0 0,0 0 0,1 1 0,-1-1 0,1 0 0,-1 0 0,1 0 0,0 0 0,0 0 0,0 0 0,0 0 0,0 0 0,0 0 0,0-1 0,1 1 0,-1 0 0,1-1 0,-1 1 0,1-1 0,-1 0 0,1 1 0,3 1 0,6 1 0,-1 1 0,0-2 0,1 0 0,0 0 0,-1-1 0,1 0 0,0-1 0,18 0 0,-7-1 0,0-1 0,0-1 0,31-8 0,21-10 0,126-51 0,-188 66 0,0-1 0,0-1 0,0 0 0,-1-1 0,0 0 0,-1 0 0,0-1 0,0-1 0,0 0 0,-2 0 0,1-1 0,-1 0 0,-1 0 0,0-1 0,0 0 0,5-14 0,-7 15 0,2 0 0,-1 0 0,15-18 0,12-19 0,-21 28 0,-8 14 0,0 0 0,0 0 0,-1-1 0,0 1 0,3-11 0,-6 16 0,0 0 0,0 0 0,0 0 0,0 0 0,0 0 0,0 0 0,0 1 0,-1-1 0,1 0 0,0 0 0,-1 0 0,1 0 0,0 0 0,-1 1 0,1-1 0,-1 0 0,0 0 0,1 1 0,-1-1 0,1 0 0,-1 1 0,0-1 0,0 1 0,1-1 0,-1 1 0,0-1 0,0 1 0,0-1 0,1 1 0,-1 0 0,0-1 0,0 1 0,0 0 0,0 0 0,0 0 0,0 0 0,0-1 0,-1 2 0,-36-3 0,28 3 0,0 1 0,1 0 0,-1 1 0,1 0 0,0 0 0,0 1 0,0 0 0,1 0 0,-1 1 0,1 1 0,0-1 0,0 1 0,-10 10 0,15-13 0,-1 1 0,1 0 0,0-1 0,0 1 0,0 0 0,1 0 0,-1 1 0,1-1 0,0 1 0,0-1 0,1 1 0,-1-1 0,1 1 0,0 0 0,0 0 0,1 0 0,0-1 0,-1 1 0,1 0 0,1 0 0,-1 0 0,1 0 0,0 0 0,0-1 0,0 1 0,1 0 0,0-1 0,2 6 0,6 10 0,0 0 0,2-1 0,27 35 0,-33-48 0,-1 0 0,0-1 0,1 0 0,0 0 0,0-1 0,1 1 0,-1-1 0,1-1 0,0 1 0,0-1 0,0 0 0,0-1 0,1 0 0,-1 0 0,11 1 0,-15-3 0,7 2 0,0-1 0,1-1 0,-1 0 0,16-2 0,-24 2 0,0 0 0,0-1 0,0 1 0,0-1 0,0 0 0,0 1 0,0-1 0,0 0 0,-1 0 0,1 0 0,0 0 0,-1 0 0,1-1 0,0 1 0,-1-1 0,0 1 0,1-1 0,-1 1 0,0-1 0,0 0 0,0 1 0,0-1 0,0 0 0,0 0 0,0 0 0,0 0 0,-1 0 0,1 0 0,-1-2 0,1-6 0,0-1 0,-1 1 0,0-1 0,-1 1 0,0-1 0,-1 1 0,0 0 0,-6-18 0,7 25 0,0 0 0,-1 0 0,1 0 0,-1-1 0,0 1 0,0 1 0,0-1 0,-1 0 0,1 0 0,-1 1 0,1 0 0,-6-4 0,6 5 0,0-1 0,-1 1 0,1 0 0,-1 1 0,1-1 0,-1 0 0,1 1 0,-1 0 0,1-1 0,-1 1 0,0 0 0,1 0 0,-1 0 0,1 1 0,-1-1 0,0 1 0,1-1 0,-1 1 0,-2 1 0,-2 2 0,0-1 0,0 1 0,1 1 0,-1-1 0,1 1 0,0 0 0,1 0 0,-1 1 0,1 0 0,0 0 0,0 0 0,-6 12 0,7-11 0,-1 0 0,0 0 0,-1 0 0,1-1 0,-1 0 0,0 0 0,-1 0 0,0-1 0,1 1 0,-14 6 0,-14 3 0,-2-2 0,0-1 0,0-1 0,-1-3 0,-44 6 0,-182-11 0,138-5 0,121 2 0,-31 0 0,0-1 0,0-1 0,-38-9 0,26 3 0,-1 1 0,-58-1 0,-98 9 0,74 1 0,-2238-2 0,2361 0 0,0 0 0,0 0 0,0-1 0,1 0 0,-1 0 0,0-1 0,1 1 0,-8-4 0,12 3 0,-1 1 0,0-1 0,1 1 0,0-1 0,-1 0 0,1 0 0,0 0 0,0-1 0,0 1 0,0 0 0,1-1 0,-1 1 0,1-1 0,-1 0 0,1 1 0,0-1 0,0 0 0,0 0 0,0 0 0,1 0 0,-1-3 0,0-8 0,1-1 0,1 1 0,0 0 0,1 0 0,0 0 0,1 0 0,9-25 0,-4 10 0,-1 6 0,1 1 0,0 0 0,2 1 0,1 0 0,0 0 0,2 1 0,0 0 0,1 1 0,1 1 0,1 1 0,1 0 0,0 1 0,1 0 0,1 2 0,0 0 0,40-22 0,-45 30 0,0 0 0,0 1 0,0 0 0,1 1 0,0 1 0,-1 0 0,23-1 0,109 5 0,-75 2 0,-2 2 0,-1 3 0,124 31 0,-122-22 0,1-3 0,106 7 0,106-22 0,-138 0 0,-122 1 0,-1-1 0,1-1 0,-1-1 0,1 0 0,-1-2 0,0-1 0,-1-1 0,1 0 0,-1-2 0,-1 0 0,0-2 0,0 0 0,-1-1 0,33-27 0,29-37 0,-80 75 0,0 1 0,-1-1 0,1 0 0,-1 1 0,1-1 0,0 1 0,-1-1 0,1 1 0,0-1 0,-1 1 0,1-1 0,0 1 0,0 0 0,0-1 0,-1 1 0,1 0 0,0 0 0,0 0 0,0-1 0,0 1 0,-1 0 0,1 0 0,0 0 0,2 1 0,-3 0 0,0 0 0,1-1 0,-1 1 0,0 0 0,0 0 0,0 0 0,0 0 0,0 0 0,0 0 0,0 0 0,0 0 0,0 0 0,0-1 0,0 1 0,-1 0 0,1 0 0,-1 2 0,-20 45 0,13-34 0,-1 0 0,0 0 0,-1-1 0,-1-1 0,-23 22 0,-68 49 0,97-79 0,-49 37 0,-1-3 0,-2-2 0,-2-2 0,0-3 0,-119 42 0,164-69 0,-252 76 0,136-36 0,23-7 0,74-26 0,-57 30 0,56-24 0,-42 14 0,73-31 0,1 1 0,-1 0 0,0 0 0,1 1 0,-1-1 0,1 0 0,-1 1 0,1 0 0,0-1 0,-1 1 0,1 0 0,0 0 0,0 0 0,1 0 0,-1 1 0,0-1 0,-2 5 0,4-5 0,-1 0 0,1 0 0,0 0 0,0-1 0,-1 1 0,1 0 0,1 0 0,-1 0 0,0 0 0,0-1 0,1 1 0,-1 0 0,1 0 0,-1 0 0,1-1 0,0 1 0,0 0 0,0-1 0,0 1 0,0-1 0,0 1 0,0-1 0,0 1 0,1-1 0,-1 0 0,0 0 0,1 0 0,2 2 0,6 4 0,1 0 0,1 0 0,-1-1 0,1-1 0,-1 0 0,2-1 0,-1 0 0,0 0 0,1-2 0,22 3 0,13-2 0,75-4 0,-58-1 0,-60 2 0,212-6 0,-155 2 0,91-20 0,99-11 0,-207 28 0,0-1 0,77-26 0,-81 20 0,1 3 0,0 1 0,50-4 0,222 11 0,-163 5 0,-130-3 0,-1-1 0,1-1 0,25-8 0,-22 5 0,45-4 0,175 9 0,13 0 0,-160-14 0,-64 8 0,38-2 0,274 7 0,-177 4 0,-97-3 0,91 3 0,-156-2 0,-1 0 0,1 0 0,-1 1 0,1 0 0,0 0 0,-1 1 0,1 0 0,6 2 0,-12-4 0,0 1 0,0-1 0,0 0 0,0 0 0,0 0 0,0 0 0,1 1 0,-1-1 0,0 0 0,0 0 0,0 0 0,0 1 0,0-1 0,0 0 0,0 0 0,0 0 0,0 1 0,0-1 0,0 0 0,0 0 0,0 0 0,0 1 0,0-1 0,0 0 0,0 0 0,0 0 0,0 1 0,0-1 0,0 0 0,-1 0 0,1 0 0,0 1 0,0-1 0,0 0 0,0 0 0,0 0 0,-1 0 0,1 0 0,0 1 0,0-1 0,0 0 0,0 0 0,-1 0 0,1 0 0,0 0 0,0 0 0,0 0 0,0 0 0,-1 0 0,1 0 0,0 1 0,0-1 0,-1 0 0,1 0 0,0 0 0,0 0 0,-1-1 0,-13 6 0,-5-2 0,0-1 0,1-1 0,-1 0 0,-20-3 0,-77-12 0,-9-1 0,-278 12 0,213 5 0,-384-2 0,520 2 0,-68 12 0,-37 3 0,-112-17 0,125-1 0,108-1 0,-67-12 0,-20-2 0,-70 14 0,-4 0 0,145-1 0,-89-17 0,89 10 0,27 6 0,0-2 0,1 0 0,0-1 0,-35-16 0,54 19 0,-1-1 0,1-1 0,0 1 0,0-1 0,0 0 0,1 0 0,0-1 0,0 0 0,1 0 0,-1-1 0,-5-11 0,-4-11 0,-19-55 0,26 63 0,0 0 0,1 0 0,1-1 0,1 0 0,-3-27 0,7 36 0,1-1 0,0 0 0,1 0 0,0 1 0,1-1 0,1 1 0,8-26 0,1 5 0,1 1 0,2 0 0,37-60 0,-29 55 0,20-44 0,1-2 0,-41 78 0,1 1 0,0-1 0,1 1 0,-1 0 0,1 0 0,1 1 0,10-10 0,-11 11 0,0 1 0,1 1 0,-1-1 0,0 1 0,1 0 0,-1 0 0,1 0 0,0 1 0,-1 0 0,1 0 0,7 0 0,306 0 0,-161 5 0,-144-4 0,33-1 0,-1 2 0,1 2 0,0 3 0,51 12 0,-27-1 19,130 16 0,76-14-100,-174-13-40,505 17-1381,4-44 1193,-462 4 246,-122 12 66,0-2 1,-1 0-1,29-12 0,-47 16 216,-1-1 0,0 0 0,0 0 0,-1 0-1,1-1 1,-1 0 0,0-1 0,10-9 0,-17 15-217,0-1 0,0 1 0,0 0 0,1-1 0,-1 1 0,0 0 0,0 0 0,0-1 0,0 1 0,0 0 0,1-1 0,-1 1 0,0 0 0,0-1 0,0 1 0,0 0 0,0-1 0,0 1 0,0 0-1,0-1 1,0 1 0,0 0 0,-1-1 0,1 1 0,0 0 0,0-1 0,0 1 0,0 0 0,0-1 0,-1 1 0,1 0 0,0-1 0,0 1 0,-1 0 0,0-1-3,0 1 0,0-1 0,1 1 0,-1 0 0,0-1 0,-1 1 0,1 0 0,0 0 0,0 0 0,0-1 0,0 1 0,0 0 0,-2 1 0,-22 2 1,0 1 0,-48 14 0,16-3 0,-451 139 0,418-119 301,-46 14-1967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0:27:17.0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171 206 24575,'839'0'0,"-782"1"0,-1 3 0,0 3 0,85 20 0,-89-16 0,1-3 0,94 4 0,107-17 0,-143 0 0,-1-4 0,211-48 0,46-34 0,-228 52 0,-77 20 0,-32 12 0,0 2 0,1 2 0,0 0 0,-1 2 0,48 5 0,-6-2 0,799-1 0,-840 1 0,1 1 0,-1 1 0,51 14 0,-78-17 0,0 1 0,-1-1 0,1 0 0,-1 1 0,1 0 0,-1 0 0,0 0 0,1 0 0,-1 1 0,0-1 0,0 1 0,-1-1 0,1 1 0,-1 0 0,1 0 0,-1 1 0,0-1 0,0 0 0,0 1 0,-1-1 0,1 1 0,-1-1 0,2 8 0,-1 0 0,0 1 0,-1-1 0,0 1 0,-1 0 0,0-1 0,-3 20 0,-1-17 0,0 0 0,-1 0 0,0-1 0,-1 0 0,-1 0 0,0 0 0,-14 18 0,13-19 0,2-1 0,-1-1 0,-1 0 0,0-1 0,0 1 0,-12 9 0,14-15 0,1 0 0,0 0 0,-1-1 0,0 0 0,0 0 0,0-1 0,0 1 0,0-1 0,0-1 0,-1 1 0,-11 0 0,-146 1 0,117-4 0,1 1 0,-75 11 0,-28 25 0,-26 4 0,29-19 0,-204 4 0,248-27 0,-102 3 0,183 2 0,0 1 0,0 1 0,1 1 0,-20 8 0,18-6 0,0 0 0,-45 7 0,-35-8 0,65-6 0,-51 8 0,9 1 0,0-3 0,-126-6 0,-39 2 0,21 29 0,145-17 0,-89 4 0,-95-20 0,-25 2 0,168 16 0,78-10 0,-56 3 0,71-9 0,-2 0 0,-38-3 0,58 2 0,0-1 0,0-1 0,0 0 0,0 0 0,0 0 0,1-1 0,-1 0 0,1-1 0,-9-4 0,4-1 0,2 3 0,1 0 0,0 0 0,-15-16 0,21 19 0,0-1 0,0 0 0,1 0 0,-1 0 0,1-1 0,0 1 0,0-1 0,0 1 0,1-1 0,0 1 0,-1-1 0,1-5 0,-1 2 0,1 1 0,1-1 0,-1 0 0,1 1 0,0-1 0,1 0 0,0 1 0,0-1 0,1 0 0,0 1 0,0 0 0,1-1 0,5-11 0,1 3 0,-4 5 0,1 0 0,0 1 0,1 1 0,0-1 0,0 1 0,12-12 0,11-9 0,-22 22 0,-1 0 0,2 0 0,-1 1 0,1 0 0,17-10 0,14-3 0,0 2 0,2 2 0,57-14 0,135-20 0,-53 13 0,-80 14 0,232-62 0,-309 78 0,0 1 0,0 2 0,0 1 0,26-1 0,101 5 0,-57 2 0,-51-3 0,-29 0 0,-38 0 0,-27 3 0,-1 2 0,-82 20 0,45-7 0,-303 52 0,341-64 0,-55-1 0,25-1 0,65-2 0,0 0 0,0 2 0,0 0 0,1 1 0,-22 9 0,-12 5 0,-10-3 0,42-12 0,1 0 0,-1 1 0,1 1 0,0 1 0,-22 12 0,-76 58 0,94-62 0,1 1 0,1 2 0,-25 29 0,22-23 0,12-15 0,0 1 0,1 0 0,0 1 0,-12 21 0,19-29 0,0 0 0,0-1 0,0 1 0,0 0 0,0 0 0,1 0 0,-1-1 0,1 1 0,0 0 0,-1 0 0,2 0 0,-1 0 0,0 0 0,0 0 0,1 0 0,0-1 0,-1 1 0,1 0 0,0 0 0,1-1 0,-1 1 0,0-1 0,1 1 0,-1-1 0,1 1 0,0-1 0,3 3 0,-1-1 0,1 0 0,-1 0 0,1-1 0,0 0 0,0 0 0,1 0 0,-1-1 0,0 0 0,1 0 0,0 0 0,-1 0 0,8 0 0,11 2 0,39 0 0,-50-4 0,249-2 0,-226-1 0,0-1 0,0-2 0,0-2 0,-1-1 0,41-17 0,34-24 0,42-16 0,-16 12 0,-109 41 0,1-1 0,43-31 0,-34 20 0,57-28 0,3 0 0,1-5 0,-56 36 0,-1-3 0,-1-1 0,-1-2 0,39-37 0,-71 59 0,0 0 0,0 0 0,1 1 0,0 0 0,0 1 0,0 0 0,0 0 0,1 1 0,0-1 0,-1 2 0,1 0 0,0 0 0,0 0 0,1 1 0,-1 0 0,17 2 0,-10 0 0,-11 3 0,-6-2 0,0-1 0,0 1 0,0-1 0,-1 1 0,1-1 0,0 0 0,-1 1 0,1-1 0,-1 0 0,1 0 0,-1 0 0,-2 1 0,-35 21 0,-1-2 0,0-2 0,-1-2 0,-1-1 0,-1-2 0,0-3 0,-1-1 0,0-2 0,0-1 0,-67-1 0,-211-7 0,104-3 0,-563 5 0,1829-1 0,-1012 2 0,0 2 0,-1 1 0,61 17 0,-55-11 0,0-2 0,48 4 0,342-9 0,-227-6 0,-151 5 0,1 3 0,104 24 0,-94-16 0,-38-8 0,346 64 0,-293-58 0,-9-1 0,126 5 0,-85-18 0,108 3 0,-126 15 0,-62-9 0,47 3 0,-11-9 0,-49-2 0,0 1 0,0 0 0,0 2 0,0 0 0,0 1 0,0 0 0,-1 2 0,20 7 0,-19-4 0,1-1 0,-1-1 0,2 0 0,-1-2 0,1 0 0,-1-1 0,33 1 0,-40-3 0,1 0 0,-1 0 0,0 1 0,0 1 0,0 0 0,-1 1 0,1 0 0,-1 0 0,1 2 0,9 6 0,-16-10 0,-1 1 0,0 0 0,0 0 0,0 1 0,0-1 0,0 1 0,-1 0 0,0 0 0,0 0 0,0 0 0,0 0 0,0 1 0,-1-1 0,0 1 0,0 0 0,0 0 0,-1-1 0,0 1 0,0 0 0,0 1 0,0-1 0,-1 0 0,1 0 0,-2 0 0,1 0 0,-1 6 0,-1-1 0,0 0 0,-1-1 0,0 1 0,-1-1 0,0 0 0,0 0 0,0 0 0,-2-1 0,1 1 0,-1-1 0,0-1 0,0 1 0,-1-1 0,0 0 0,-12 9 0,8-9 0,1 0 0,-2 0 0,1-1 0,-1 0 0,0-1 0,0-1 0,0 0 0,0 0 0,-1-1 0,0-1 0,-19 2 0,26-4 0,-22 2 0,-41-3 0,61 0 0,-1 0 0,1 0 0,0-1 0,-1 0 0,1 0 0,0-1 0,0 0 0,0-1 0,-8-5 0,-30-20 0,-80-38 0,106 58 0,-1 1 0,0 1 0,-1 1 0,0 0 0,0 2 0,-39-3 0,-3 7-1365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0:27:25.6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291 339 24575,'14'-1'0,"-1"0"0,21-5 0,8-1 0,-13 4-3,519-71-803,-4-27 58,-372 60 906,83-19 62,-150 45 532,-33 6-325,13-1-427,0 3 0,0 4 0,87 8 0,-62 10 0,14 1 0,140 15 0,-89-7 0,181 22 0,-331-41 0,0 2 0,29 11 0,-32-9 0,0-2 0,45 9 0,23-8 0,160-7 0,-110-4 0,-131 3 0,0 0 0,1 1 0,-1 0 0,0 1 0,-1-1 0,1 2 0,0-1 0,10 5 0,-17-5 0,1-1 0,-1 0 0,1 1 0,-1 0 0,0-1 0,1 1 0,-1 0 0,0 0 0,0 0 0,0 0 0,0 1 0,-1-1 0,1 1 0,-1-1 0,1 1 0,-1-1 0,0 1 0,0 0 0,0-1 0,0 1 0,-1 0 0,1 0 0,-1 0 0,1 0 0,-1-1 0,0 1 0,0 0 0,-1 0 0,0 4 0,0-1 0,0-1 0,-1 0 0,0 1 0,0-1 0,0 0 0,0 0 0,-1 0 0,0 0 0,0-1 0,0 1 0,-1-1 0,0 0 0,0 0 0,0 0 0,0 0 0,-5 3 0,-7 4 0,-1-1 0,0 0 0,-22 8 0,32-14 0,0 0 0,1 1 0,-1-1 0,-10 11 0,12-11 0,0 1 0,0-1 0,0 0 0,-1 0 0,1-1 0,-1 0 0,-12 5 0,-5-3 0,0-1 0,0-1 0,0-1 0,0-2 0,-38-2 0,12 0 0,28 0 0,0 0 0,-1-1 0,2-2 0,-1 0 0,-25-10 0,-96-45 0,130 54 0,-138-72 0,8 3 0,132 71 0,-1 0 0,0 1 0,1 0 0,-1 1 0,0 0 0,-16-1 0,-69 3 0,53 1 0,-622 1 0,449-18 0,22-1 0,-80 17 0,123 1 0,129 1 0,-1 0 0,0 2 0,1 0 0,-43 15 0,-27 7 0,-22-1 0,-63 12 0,132-30 0,0-2 0,-46-1 0,53-4 0,18-1 0,-1 0 0,1 2 0,-1 0 0,1 2 0,-24 5 0,-60 13 0,30-7 0,62-12 0,-98 27 0,84-22 0,0-1 0,0-2 0,-1 0 0,1-2 0,-1-1 0,-37-4 0,-61 4 0,120 0 0,0 0 0,0 0 0,1 1 0,-1-1 0,0 1 0,-7 4 0,11-6 0,0 1 0,0 0 0,0-1 0,0 1 0,0 0 0,0 0 0,0 0 0,0 0 0,0 0 0,0 0 0,0 0 0,1 0 0,-2 2 0,2-3 0,0 1 0,0 0 0,0-1 0,0 1 0,0 0 0,0-1 0,0 1 0,0 0 0,0-1 0,0 1 0,0 0 0,0-1 0,1 1 0,-1 0 0,0-1 0,0 1 0,1 0 0,-1-1 0,0 1 0,1-1 0,-1 1 0,1 0 0,-1-1 0,1 1 0,-1-1 0,2 1 0,9 7 0,0 0 0,1-1 0,0 0 0,0-1 0,1 0 0,16 4 0,1 2 0,123 39 0,-7-3 0,-81-22 0,0-3 0,97 21 0,-119-36 0,-1 1 0,1-2 0,64 2 0,791-9 0,-347-1 0,-511-1 0,70-13 0,-67 8 0,51-2 0,-2 9 0,-54 1 0,0-1 0,1-2 0,54-10 0,56-13 0,-30 7 0,-79 13 0,51-2 0,-53 5 0,60-9 0,14-5 0,10-2 0,-78 10 0,1 1 0,55 0 0,92 8 0,-72 1 0,-6-2 0,-164 0 0,-78-1 0,-234 28 0,206 9 0,23-5 0,91-25 0,0-2 0,-1-2 0,-52-4 0,20 0 0,43 0 0,-1-2 0,-36-8 0,35 5 0,-60-4 0,87 11 0,-7 0 0,0 0 0,1-1 0,-1-1 0,0 0 0,0-1 0,-22-8 0,-8-4 0,-50-12 0,59 18 0,1-1 0,0-1 0,-42-21 0,36 11 0,-2 1 0,0 2 0,-1 2 0,-61-14 0,-9-1 0,84 21 0,-1 1 0,0 1 0,-58-5 0,-192 12 0,127 3 0,-47-2-1365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10:27:31.5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634 204 24575,'73'-3'0,"104"-18"0,-58 5 0,-75 11 0,280-41 0,83-27 0,1 35 0,251 37 0,-307 3 0,-339-2 0,403 13 0,-241 1 0,61 7 0,-130-8 0,135 34 0,-203-38 0,0-1 0,1-3 0,0-1 0,40-1 0,-70-3 0,1 0 0,-1 0 0,0 1 0,0 1 0,1 0 0,12 4 0,-19-5 0,0 0 0,0 1 0,0-1 0,0 1 0,0 0 0,-1 0 0,1 0 0,0 0 0,-1 1 0,0-1 0,1 1 0,-1-1 0,0 1 0,0 0 0,-1 0 0,1 0 0,-1 0 0,1 0 0,-1 0 0,0 0 0,1 4 0,0 0 0,-1-1 0,0 1 0,0-1 0,-1 1 0,0-1 0,0 1 0,0-1 0,-1 1 0,0 0 0,0-1 0,-1 0 0,0 1 0,0-1 0,0 0 0,-1 0 0,0 0 0,0 0 0,0-1 0,-1 1 0,0-1 0,0 0 0,0 0 0,-1 0 0,0 0 0,0-1 0,-9 6 0,-3 3 0,-2-1 0,1 0 0,-1-2 0,-1 0 0,0-1 0,0-1 0,-1-1 0,0-1 0,0-1 0,-1-1 0,1-1 0,-1 0 0,-36-2 0,-660-5 0,656 1 0,-64-11 0,-59-3 0,-529 17 0,292 2 0,357-6 0,0-2 0,-70-17 0,-1 1 0,-300-24 0,357 37 0,0-4 0,-100-30 0,103 21 0,-70-18 0,39 6 0,84 25 0,-1 1 0,0 1 0,-1 1 0,-46-5 0,-143 11 0,95 1 0,110-1 0,0 1 0,0-1 0,0 1 0,0 1 0,0 0 0,1 0 0,-1 1 0,-13 6 0,19-8 0,1 0 0,-1 1 0,1-1 0,-1 1 0,1 0 0,0 0 0,0 0 0,0 0 0,0 0 0,0 1 0,0-1 0,1 0 0,-1 1 0,1-1 0,0 1 0,-1 0 0,1-1 0,1 1 0,-1 0 0,0 0 0,0 0 0,1 0 0,0-1 0,0 1 0,0 0 0,0 0 0,0 0 0,0 0 0,1 0 0,0 4 0,2 1 0,0 0 0,0 0 0,0 0 0,1 0 0,0-1 0,1 0 0,0 0 0,0 0 0,0 0 0,1-1 0,0 1 0,0-2 0,1 1 0,-1-1 0,10 6 0,10 5 0,0 0 0,56 21 0,-53-23 0,44 28 0,-17-9 0,-42-27 0,-1 0 0,1-1 0,28 7 0,17 5 0,-24-5 0,0-1 0,1-2 0,0-2 0,0-1 0,1-2 0,62 0 0,3709-7-1365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9051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5.xml"/><Relationship Id="rId5" Type="http://schemas.openxmlformats.org/officeDocument/2006/relationships/image" Target="../media/image13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customXml" Target="../ink/ink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.png"/><Relationship Id="rId4" Type="http://schemas.openxmlformats.org/officeDocument/2006/relationships/customXml" Target="../ink/ink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customXml" Target="../ink/ink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customXml" Target="../ink/ink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982748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Abnormal Cervical Cell Detection: Revolutionizing Screening with ML and CNNs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515802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Deep learning models like Convolutional Neural Networks are transforming early cervical cancer detection, enabling faster, more accurate screening through automated image analysis.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6FB0913-E3BF-779D-D205-4EB54110BEC2}"/>
                  </a:ext>
                </a:extLst>
              </p14:cNvPr>
              <p14:cNvContentPartPr/>
              <p14:nvPr/>
            </p14:nvContentPartPr>
            <p14:xfrm>
              <a:off x="12871175" y="7819484"/>
              <a:ext cx="1640880" cy="340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6FB0913-E3BF-779D-D205-4EB54110BE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08535" y="7756844"/>
                <a:ext cx="1766520" cy="466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37" y="156805"/>
            <a:ext cx="5277326" cy="79159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758" y="576024"/>
            <a:ext cx="7680484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Silent Threat: Cervical Cancer's Global Impact</a:t>
            </a:r>
            <a:endParaRPr lang="en-US" sz="4100" dirty="0"/>
          </a:p>
        </p:txBody>
      </p:sp>
      <p:sp>
        <p:nvSpPr>
          <p:cNvPr id="5" name="Shape 2"/>
          <p:cNvSpPr/>
          <p:nvPr/>
        </p:nvSpPr>
        <p:spPr>
          <a:xfrm>
            <a:off x="731758" y="2171938"/>
            <a:ext cx="3743801" cy="2965728"/>
          </a:xfrm>
          <a:prstGeom prst="roundRect">
            <a:avLst>
              <a:gd name="adj" fmla="val 1058"/>
            </a:avLst>
          </a:prstGeom>
          <a:solidFill>
            <a:srgbClr val="F2EEEE"/>
          </a:solidFill>
          <a:ln/>
        </p:spPr>
      </p:sp>
      <p:sp>
        <p:nvSpPr>
          <p:cNvPr id="6" name="Shape 3"/>
          <p:cNvSpPr/>
          <p:nvPr/>
        </p:nvSpPr>
        <p:spPr>
          <a:xfrm>
            <a:off x="940832" y="2381012"/>
            <a:ext cx="627221" cy="627221"/>
          </a:xfrm>
          <a:prstGeom prst="roundRect">
            <a:avLst>
              <a:gd name="adj" fmla="val 14577136"/>
            </a:avLst>
          </a:prstGeom>
          <a:solidFill>
            <a:srgbClr val="1C977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3353" y="2553414"/>
            <a:ext cx="282178" cy="2821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0832" y="3200995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Significant Mortality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940832" y="3643193"/>
            <a:ext cx="3325654" cy="128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Cervical cancer remains a leading cause of death among women worldwide, particularly in underserved regions.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668322" y="2171938"/>
            <a:ext cx="3743920" cy="2965728"/>
          </a:xfrm>
          <a:prstGeom prst="roundRect">
            <a:avLst>
              <a:gd name="adj" fmla="val 1058"/>
            </a:avLst>
          </a:prstGeom>
          <a:solidFill>
            <a:srgbClr val="F2EEEE"/>
          </a:solidFill>
          <a:ln/>
        </p:spPr>
      </p:sp>
      <p:sp>
        <p:nvSpPr>
          <p:cNvPr id="11" name="Shape 7"/>
          <p:cNvSpPr/>
          <p:nvPr/>
        </p:nvSpPr>
        <p:spPr>
          <a:xfrm>
            <a:off x="4877395" y="2381012"/>
            <a:ext cx="627221" cy="627221"/>
          </a:xfrm>
          <a:prstGeom prst="roundRect">
            <a:avLst>
              <a:gd name="adj" fmla="val 14577136"/>
            </a:avLst>
          </a:prstGeom>
          <a:solidFill>
            <a:srgbClr val="1C977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9917" y="2553414"/>
            <a:ext cx="282178" cy="28217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77395" y="3200995"/>
            <a:ext cx="2986207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Early Detection Matters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4877395" y="3643193"/>
            <a:ext cx="3325773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Timely identification dramatically improves survival rates and treatment outcomes.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731758" y="5330428"/>
            <a:ext cx="7680484" cy="2323028"/>
          </a:xfrm>
          <a:prstGeom prst="roundRect">
            <a:avLst>
              <a:gd name="adj" fmla="val 1350"/>
            </a:avLst>
          </a:prstGeom>
          <a:solidFill>
            <a:srgbClr val="F2EEEE"/>
          </a:solidFill>
          <a:ln/>
        </p:spPr>
      </p:sp>
      <p:sp>
        <p:nvSpPr>
          <p:cNvPr id="16" name="Shape 11"/>
          <p:cNvSpPr/>
          <p:nvPr/>
        </p:nvSpPr>
        <p:spPr>
          <a:xfrm>
            <a:off x="940832" y="5539502"/>
            <a:ext cx="627221" cy="627221"/>
          </a:xfrm>
          <a:prstGeom prst="roundRect">
            <a:avLst>
              <a:gd name="adj" fmla="val 14577136"/>
            </a:avLst>
          </a:prstGeom>
          <a:solidFill>
            <a:srgbClr val="1C977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3353" y="5711904"/>
            <a:ext cx="282178" cy="28217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40832" y="6359485"/>
            <a:ext cx="3566041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Expert-Dependent Methods</a:t>
            </a:r>
            <a:endParaRPr lang="en-US" sz="2050" dirty="0"/>
          </a:p>
        </p:txBody>
      </p:sp>
      <p:sp>
        <p:nvSpPr>
          <p:cNvPr id="19" name="Text 13"/>
          <p:cNvSpPr/>
          <p:nvPr/>
        </p:nvSpPr>
        <p:spPr>
          <a:xfrm>
            <a:off x="940832" y="6801683"/>
            <a:ext cx="7262336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Traditional Pap smears and biopsies rely on skilled pathologists, introducing variability and potential human error.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87648"/>
            <a:ext cx="122070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Challenge: Bridging the Gap in Screening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36627"/>
            <a:ext cx="4205168" cy="4205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9981" y="2463403"/>
            <a:ext cx="28730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Resource Limitations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559981" y="3044547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Developing countries face severe shortages of trained pathologists and laboratory equipment, limiting access to screening programs.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559981" y="3997166"/>
            <a:ext cx="41196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Manual Screening Bottlenecks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559981" y="4578310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Manual examination is time-intensive and prone to fatigue-related errors, leading to potential misdiagnosis and delayed treatment.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559981" y="55309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Scalability Needs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559981" y="6112073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There's an urgent need for automated diagnostic tools that are robust, accurate, and can scale to serve millions of women globally.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9B16916-42D2-AE88-A6AB-89CB6163D068}"/>
                  </a:ext>
                </a:extLst>
              </p14:cNvPr>
              <p14:cNvContentPartPr/>
              <p14:nvPr/>
            </p14:nvContentPartPr>
            <p14:xfrm>
              <a:off x="12884135" y="7797164"/>
              <a:ext cx="1616040" cy="4464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9B16916-42D2-AE88-A6AB-89CB6163D0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21495" y="7734164"/>
                <a:ext cx="1741680" cy="572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93" y="146090"/>
            <a:ext cx="5291614" cy="79374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68628" y="590074"/>
            <a:ext cx="7779544" cy="1218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Introducing CerviXpert: A New Era in Detection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168628" y="2156936"/>
            <a:ext cx="3785116" cy="643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5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98.04%</a:t>
            </a:r>
            <a:endParaRPr lang="en-US" sz="5050" dirty="0"/>
          </a:p>
        </p:txBody>
      </p:sp>
      <p:sp>
        <p:nvSpPr>
          <p:cNvPr id="6" name="Text 3"/>
          <p:cNvSpPr/>
          <p:nvPr/>
        </p:nvSpPr>
        <p:spPr>
          <a:xfrm>
            <a:off x="6670000" y="3023116"/>
            <a:ext cx="2782253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Classification Accuracy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168628" y="3428167"/>
            <a:ext cx="3785116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Exceptional performance in distinguishing abnormal cervical cells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163056" y="2156936"/>
            <a:ext cx="3785116" cy="643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5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SiPaKMeD</a:t>
            </a:r>
            <a:endParaRPr lang="en-US" sz="5050" dirty="0"/>
          </a:p>
        </p:txBody>
      </p:sp>
      <p:sp>
        <p:nvSpPr>
          <p:cNvPr id="9" name="Text 6"/>
          <p:cNvSpPr/>
          <p:nvPr/>
        </p:nvSpPr>
        <p:spPr>
          <a:xfrm>
            <a:off x="10837307" y="3023116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Dataset Source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163056" y="3428167"/>
            <a:ext cx="3785116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Publicly available annotated image collection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165783" y="4440317"/>
            <a:ext cx="3785116" cy="643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5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CNN</a:t>
            </a:r>
            <a:endParaRPr lang="en-US" sz="5050" dirty="0"/>
          </a:p>
        </p:txBody>
      </p:sp>
      <p:sp>
        <p:nvSpPr>
          <p:cNvPr id="12" name="Text 9"/>
          <p:cNvSpPr/>
          <p:nvPr/>
        </p:nvSpPr>
        <p:spPr>
          <a:xfrm>
            <a:off x="8840033" y="5306497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Architecture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165783" y="5711547"/>
            <a:ext cx="3785116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Multi-structural Convolutional Neural Network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168628" y="6479738"/>
            <a:ext cx="7779544" cy="1159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CerviXpert represents a breakthrough in automated cervical cell analysis. This multi-structural CNN model balances computational efficiency with exceptional accuracy, leveraging the SiPaKMeD dataset to achieve 98.04% accuracy in classifying cervical cell abnormalities.</a:t>
            </a:r>
            <a:endParaRPr lang="en-US" sz="15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4B153CC-BD64-2B97-81B6-F957E758333A}"/>
                  </a:ext>
                </a:extLst>
              </p14:cNvPr>
              <p14:cNvContentPartPr/>
              <p14:nvPr/>
            </p14:nvContentPartPr>
            <p14:xfrm>
              <a:off x="12883775" y="7819844"/>
              <a:ext cx="1578960" cy="2664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4B153CC-BD64-2B97-81B6-F957E758333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20775" y="7757204"/>
                <a:ext cx="1704600" cy="392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820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Powering Detection: Large Annotated Datasets are Key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02856"/>
            <a:ext cx="82841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development of reliable AI models depends entirely on comprehensive, well-annotated datasets. Scientific Data published a groundbreaking dataset in 2025 containing </a:t>
            </a: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8,037 annotated images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of cervical cells.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095637"/>
            <a:ext cx="82841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These meticulously labeled images serve as the foundation for training robust CNNs, enabling models to learn subtle visual patterns that distinguish normal from abnormal cells with high precision.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943" y="2891076"/>
            <a:ext cx="4205168" cy="42051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F0C8B5D-6758-A593-8F4B-923A8BCDB339}"/>
                  </a:ext>
                </a:extLst>
              </p14:cNvPr>
              <p14:cNvContentPartPr/>
              <p14:nvPr/>
            </p14:nvContentPartPr>
            <p14:xfrm>
              <a:off x="13044046" y="7775113"/>
              <a:ext cx="1402418" cy="304742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F0C8B5D-6758-A593-8F4B-923A8BCDB3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981396" y="7712150"/>
                <a:ext cx="1528078" cy="4303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108C5BB-C27B-998F-7220-BCB3CA209520}"/>
                  </a:ext>
                </a:extLst>
              </p14:cNvPr>
              <p14:cNvContentPartPr/>
              <p14:nvPr/>
            </p14:nvContentPartPr>
            <p14:xfrm>
              <a:off x="12774335" y="7866644"/>
              <a:ext cx="1550880" cy="221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108C5BB-C27B-998F-7220-BCB3CA20952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11335" y="7803644"/>
                <a:ext cx="1676520" cy="347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77652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CNNs in Action: How They Detect Abnormal Cells</a:t>
            </a:r>
            <a:endParaRPr lang="en-US" sz="4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0190" y="2534245"/>
            <a:ext cx="566976" cy="5669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30653" y="2534245"/>
            <a:ext cx="35889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Visual Pattern Recognition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130653" y="3024664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CNNs excel at identifying complex patterns in images through multiple layers of processing.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190" y="4204097"/>
            <a:ext cx="566976" cy="5669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30653" y="4204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Feature Extraction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7130653" y="4694515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Models automatically learn to extract relevant features from Pap smear images at different scales and resolutions.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0190" y="5873948"/>
            <a:ext cx="566976" cy="56697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30653" y="58739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Classification Power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7130653" y="6364367"/>
            <a:ext cx="670595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Deep networks like ResNet50, VGG16, MobileNetV2, and InceptionV3 achieve exceptional accuracy in distinguishing cell types.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5420A96-EB1E-100F-E8A1-69535BD5ABCB}"/>
                  </a:ext>
                </a:extLst>
              </p14:cNvPr>
              <p14:cNvContentPartPr/>
              <p14:nvPr/>
            </p14:nvContentPartPr>
            <p14:xfrm>
              <a:off x="12897815" y="7575044"/>
              <a:ext cx="1649880" cy="5000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5420A96-EB1E-100F-E8A1-69535BD5ABC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35175" y="7512044"/>
                <a:ext cx="1775520" cy="625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1990" y="161925"/>
            <a:ext cx="5270421" cy="7905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6642" y="633413"/>
            <a:ext cx="7630716" cy="1351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Beyond Basic Classification: Advanced CNN Applications</a:t>
            </a:r>
            <a:endParaRPr lang="en-US" sz="4250" dirty="0"/>
          </a:p>
        </p:txBody>
      </p:sp>
      <p:sp>
        <p:nvSpPr>
          <p:cNvPr id="5" name="Shape 2"/>
          <p:cNvSpPr/>
          <p:nvPr/>
        </p:nvSpPr>
        <p:spPr>
          <a:xfrm>
            <a:off x="756642" y="2293858"/>
            <a:ext cx="7630716" cy="1630085"/>
          </a:xfrm>
          <a:prstGeom prst="roundRect">
            <a:avLst>
              <a:gd name="adj" fmla="val 198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7122" y="2324338"/>
            <a:ext cx="864751" cy="1569125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1057394" y="2906197"/>
            <a:ext cx="324207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857851" y="2540437"/>
            <a:ext cx="352960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Whole Slide Image Analysis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57851" y="3001804"/>
            <a:ext cx="6282928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Advanced systems analyze entire microscopic slides, not just individual cells, providing comprehensive screening.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6642" y="4129921"/>
            <a:ext cx="7630716" cy="1630085"/>
          </a:xfrm>
          <a:prstGeom prst="roundRect">
            <a:avLst>
              <a:gd name="adj" fmla="val 198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7122" y="4160401"/>
            <a:ext cx="864751" cy="1569125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1057394" y="4742259"/>
            <a:ext cx="324207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1857851" y="4376499"/>
            <a:ext cx="3766780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High Sensitivity &amp; Specificity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857851" y="4837867"/>
            <a:ext cx="6282928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Nature Communications (2021) reported systems achieving </a:t>
            </a:r>
            <a:r>
              <a:rPr lang="en-US" sz="17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93.5% Specificity and 95.1% Sensitivity</a:t>
            </a: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56642" y="5965984"/>
            <a:ext cx="7630716" cy="1630085"/>
          </a:xfrm>
          <a:prstGeom prst="roundRect">
            <a:avLst>
              <a:gd name="adj" fmla="val 198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7122" y="5996464"/>
            <a:ext cx="864751" cy="1569125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7" name="Text 14"/>
          <p:cNvSpPr/>
          <p:nvPr/>
        </p:nvSpPr>
        <p:spPr>
          <a:xfrm>
            <a:off x="1057394" y="6578322"/>
            <a:ext cx="324207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1857851" y="6212562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Lesion Highlighting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1857851" y="6673929"/>
            <a:ext cx="6282928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CNNs can pinpoint and highlight suspicious lesion cells while classifying lesion severity, guiding pathologist review.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2117"/>
            <a:ext cx="118271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Hybrid Approaches for Enhanced Accuracy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60238"/>
            <a:ext cx="32755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CVM-Cervix Framework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41382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innovative approach combines CNNs with Visual Transformers and Multilayer Perceptrons to extract both local and global features.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71261"/>
            <a:ext cx="82841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hybrid architecture captures fine-grained cellular details while understanding broader tissue context, enabling more comprehensive analysis.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943" y="2046208"/>
            <a:ext cx="4205168" cy="4205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676167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framework demonstrates effectiveness and potential for rapid, accurate Pap smear image classification, outperforming traditional CNN-only approaches.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C4709AE-7D07-7B18-8F2A-C9774D5ADFDE}"/>
                  </a:ext>
                </a:extLst>
              </p14:cNvPr>
              <p14:cNvContentPartPr/>
              <p14:nvPr/>
            </p14:nvContentPartPr>
            <p14:xfrm>
              <a:off x="12848135" y="7830644"/>
              <a:ext cx="1614240" cy="316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C4709AE-7D07-7B18-8F2A-C9774D5ADF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85135" y="7767644"/>
                <a:ext cx="1739880" cy="441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51" y="154067"/>
            <a:ext cx="5280898" cy="7921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05776" y="750927"/>
            <a:ext cx="7705249" cy="1284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Real-World Impact: Speed, Accuracy, and Accessibility</a:t>
            </a:r>
            <a:endParaRPr lang="en-US" sz="4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776" y="2314932"/>
            <a:ext cx="1027748" cy="1233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19737" y="2520434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Rapid Reporting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7419737" y="2953226"/>
            <a:ext cx="6491288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Generate diagnostic reports in minutes instead of days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5776" y="3548301"/>
            <a:ext cx="1027748" cy="12333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19737" y="3753802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High Sensitivity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7419737" y="4186595"/>
            <a:ext cx="6491288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Up to 99.4% sensitivity in large-scale validation studies</a:t>
            </a:r>
            <a:endParaRPr lang="en-US" sz="16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5776" y="4781669"/>
            <a:ext cx="1027748" cy="12333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19737" y="4987171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Global Access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7419737" y="5419963"/>
            <a:ext cx="6491288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Overcome resource shortages to serve underserved populations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205776" y="6224588"/>
            <a:ext cx="7705249" cy="125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CNN-based models significantly reduce pathologist workload while maintaining diagnostic accuracy. These advancements promise to overcome shortages in medical resources and improve global access to life-saving screening.</a:t>
            </a:r>
            <a:endParaRPr lang="en-US" sz="1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E2B2E76-3085-B399-01D1-C103124467C4}"/>
                  </a:ext>
                </a:extLst>
              </p14:cNvPr>
              <p14:cNvContentPartPr/>
              <p14:nvPr/>
            </p14:nvContentPartPr>
            <p14:xfrm>
              <a:off x="12877295" y="7782764"/>
              <a:ext cx="1584360" cy="279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E2B2E76-3085-B399-01D1-C103124467C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14655" y="7720124"/>
                <a:ext cx="1710000" cy="404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76" y="164663"/>
            <a:ext cx="5266849" cy="79002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5425" y="631150"/>
            <a:ext cx="7605951" cy="205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Future of Cervical Cancer Screening: AI-Powered Precision</a:t>
            </a:r>
            <a:endParaRPr lang="en-US" sz="4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5425" y="3037642"/>
            <a:ext cx="219670" cy="21967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255425" y="3353157"/>
            <a:ext cx="3696533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7" name="Text 3"/>
          <p:cNvSpPr/>
          <p:nvPr/>
        </p:nvSpPr>
        <p:spPr>
          <a:xfrm>
            <a:off x="6255425" y="3523893"/>
            <a:ext cx="3087410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Transforming Diagnosis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6255425" y="3994785"/>
            <a:ext cx="3696533" cy="138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Machine learning and deep learning are revolutionizing early cancer detection across all medical specialties.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4723" y="3037642"/>
            <a:ext cx="219670" cy="21967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164723" y="3353157"/>
            <a:ext cx="3696653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1" name="Text 6"/>
          <p:cNvSpPr/>
          <p:nvPr/>
        </p:nvSpPr>
        <p:spPr>
          <a:xfrm>
            <a:off x="10164723" y="3523893"/>
            <a:ext cx="337030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Continuous Improvement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10164723" y="3994785"/>
            <a:ext cx="3696653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Larger datasets and refined CNN architectures will further enhance accuracy and reliability.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5425" y="5784175"/>
            <a:ext cx="219670" cy="21967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255425" y="6099691"/>
            <a:ext cx="7605951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5" name="Text 9"/>
          <p:cNvSpPr/>
          <p:nvPr/>
        </p:nvSpPr>
        <p:spPr>
          <a:xfrm>
            <a:off x="6255425" y="6270427"/>
            <a:ext cx="369034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Eradicating Cervical Cancer</a:t>
            </a:r>
            <a:endParaRPr lang="en-US" sz="2150" dirty="0"/>
          </a:p>
        </p:txBody>
      </p:sp>
      <p:sp>
        <p:nvSpPr>
          <p:cNvPr id="16" name="Text 10"/>
          <p:cNvSpPr/>
          <p:nvPr/>
        </p:nvSpPr>
        <p:spPr>
          <a:xfrm>
            <a:off x="6255425" y="6741319"/>
            <a:ext cx="7605951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AI-driven screening offers a clear path toward eliminating cervical cancer through early detection and timely treatment.</a:t>
            </a:r>
            <a:endParaRPr lang="en-US" sz="17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1FF6EEC-8A94-D90B-575F-EA678CBCD4AA}"/>
                  </a:ext>
                </a:extLst>
              </p14:cNvPr>
              <p14:cNvContentPartPr/>
              <p14:nvPr/>
            </p14:nvContentPartPr>
            <p14:xfrm>
              <a:off x="12777575" y="7831364"/>
              <a:ext cx="1710000" cy="2188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1FF6EEC-8A94-D90B-575F-EA678CBCD4A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714935" y="7768724"/>
                <a:ext cx="1835640" cy="344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644</Words>
  <Application>Microsoft Office PowerPoint</Application>
  <PresentationFormat>Custom</PresentationFormat>
  <Paragraphs>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DM Sans Semi Bold</vt:lpstr>
      <vt:lpstr>Arial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satya prasad avr avr</cp:lastModifiedBy>
  <cp:revision>1</cp:revision>
  <dcterms:created xsi:type="dcterms:W3CDTF">2026-04-11T10:25:32Z</dcterms:created>
  <dcterms:modified xsi:type="dcterms:W3CDTF">2026-04-11T10:27:37Z</dcterms:modified>
</cp:coreProperties>
</file>